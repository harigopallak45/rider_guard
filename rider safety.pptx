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313" r:id="rId2"/>
    <p:sldId id="258" r:id="rId3"/>
    <p:sldId id="314" r:id="rId4"/>
    <p:sldId id="315" r:id="rId5"/>
    <p:sldId id="316" r:id="rId6"/>
    <p:sldId id="317" r:id="rId7"/>
    <p:sldId id="318" r:id="rId8"/>
    <p:sldId id="277" r:id="rId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13" autoAdjust="0"/>
    <p:restoredTop sz="94635" autoAdjust="0"/>
  </p:normalViewPr>
  <p:slideViewPr>
    <p:cSldViewPr>
      <p:cViewPr varScale="1">
        <p:scale>
          <a:sx n="84" d="100"/>
          <a:sy n="84" d="100"/>
        </p:scale>
        <p:origin x="1435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9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F34AA25D-AA88-469B-BF32-BB1583D1DEF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587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8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F3CB7F53-1651-4730-AAE5-BC067C8B2B2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22256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A93018-2E3F-4371-B22A-F2B655F5CE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65DC01-8149-41FD-B09B-F3C3017907C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8DDDAD-0564-449C-9E26-E75385631D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DFF820-4993-41F7-8FB6-2327785B5AA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A4CE64-8971-4F0F-A652-505EE67A1CE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2DA285-CE28-405D-AF0C-2098F24BF93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F16326-7C00-4250-87C0-90C829F212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D38979-2B60-4BC9-9ACC-1DECBD796D0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1D7816-FE6C-4246-A220-252915CD8B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22726D-0C00-4ACB-9435-00A338085C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E7C9FE-DB95-4E18-A300-654E090848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904B3AEA-AA70-4266-8EB4-4D9E00F6E0B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1219200" y="274638"/>
            <a:ext cx="6705600" cy="1143000"/>
          </a:xfrm>
        </p:spPr>
        <p:txBody>
          <a:bodyPr/>
          <a:lstStyle/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MAHENDRA ENGINEERING COLLEGE</a:t>
            </a:r>
            <a:br>
              <a:rPr lang="en-US" sz="24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DEPARTMENT OF CYBER SECURITY</a:t>
            </a:r>
          </a:p>
        </p:txBody>
      </p:sp>
      <p:pic>
        <p:nvPicPr>
          <p:cNvPr id="2051" name="Picture 8" descr="http://jkaviationandtechnologies.com/logos/mahendra-engineering-college.jpg"/>
          <p:cNvPicPr>
            <a:picLocks noChangeAspect="1" noChangeArrowheads="1"/>
          </p:cNvPicPr>
          <p:nvPr/>
        </p:nvPicPr>
        <p:blipFill>
          <a:blip r:embed="rId2" cstate="print">
            <a:lum contrast="20000"/>
          </a:blip>
          <a:srcRect/>
          <a:stretch>
            <a:fillRect/>
          </a:stretch>
        </p:blipFill>
        <p:spPr bwMode="auto">
          <a:xfrm>
            <a:off x="228600" y="381000"/>
            <a:ext cx="923925" cy="1020763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24800" y="381000"/>
            <a:ext cx="914400" cy="90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3" name="Content Placeholder 6"/>
          <p:cNvSpPr>
            <a:spLocks noGrp="1"/>
          </p:cNvSpPr>
          <p:nvPr>
            <p:ph idx="1"/>
          </p:nvPr>
        </p:nvSpPr>
        <p:spPr>
          <a:xfrm>
            <a:off x="228600" y="1600200"/>
            <a:ext cx="8686800" cy="5029200"/>
          </a:xfrm>
        </p:spPr>
        <p:txBody>
          <a:bodyPr/>
          <a:lstStyle/>
          <a:p>
            <a:pPr algn="ctr">
              <a:buFontTx/>
              <a:buNone/>
            </a:pP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FontTx/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RIDE GUARD</a:t>
            </a:r>
          </a:p>
          <a:p>
            <a:pPr algn="ctr">
              <a:buFontTx/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RIDERS SAFETY ENHANCEMENT SYSTEM</a:t>
            </a:r>
          </a:p>
          <a:p>
            <a:pPr algn="ctr">
              <a:buFontTx/>
              <a:buNone/>
            </a:pP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FontTx/>
              <a:buNone/>
            </a:pPr>
            <a:endParaRPr lang="en-US" sz="1200" b="1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FontTx/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Mini Project Review – 1:- 11.02.2026</a:t>
            </a:r>
          </a:p>
          <a:p>
            <a:pPr algn="ctr">
              <a:buFontTx/>
              <a:buNone/>
            </a:pP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FontTx/>
              <a:buNone/>
            </a:pP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FontTx/>
              <a:buNone/>
            </a:pP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>
              <a:buFontTx/>
              <a:buNone/>
            </a:pPr>
            <a:endParaRPr lang="en-US" sz="100" b="1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sz="2000" b="1" u="sng" dirty="0">
                <a:latin typeface="Times New Roman" pitchFamily="18" charset="0"/>
                <a:cs typeface="Times New Roman" pitchFamily="18" charset="0"/>
              </a:rPr>
              <a:t>Prepared by: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				       </a:t>
            </a:r>
            <a:r>
              <a:rPr lang="en-US" sz="2000" b="1" u="sng" dirty="0">
                <a:latin typeface="Times New Roman" pitchFamily="18" charset="0"/>
                <a:cs typeface="Times New Roman" pitchFamily="18" charset="0"/>
              </a:rPr>
              <a:t>Guided by: </a:t>
            </a:r>
          </a:p>
          <a:p>
            <a:pPr>
              <a:spcBef>
                <a:spcPct val="0"/>
              </a:spcBef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THIRUPATHI S       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(6113231281091)          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Dr.A.NEELAMADHESWARI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, </a:t>
            </a:r>
            <a:endParaRPr lang="en-US" sz="20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BALAJI V                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(6113231283802)     	      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M.E.,(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Ph.d.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,)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HOD,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LOKESHWARAN K (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6113231283806)             Department of Cyber Security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SANJAY P                   (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6113231283808)</a:t>
            </a:r>
          </a:p>
        </p:txBody>
      </p:sp>
      <p:sp>
        <p:nvSpPr>
          <p:cNvPr id="2054" name="Text Box 6"/>
          <p:cNvSpPr txBox="1">
            <a:spLocks noChangeArrowheads="1"/>
          </p:cNvSpPr>
          <p:nvPr/>
        </p:nvSpPr>
        <p:spPr bwMode="auto">
          <a:xfrm>
            <a:off x="381000" y="6335713"/>
            <a:ext cx="84582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			                              </a:t>
            </a:r>
            <a:r>
              <a:rPr lang="en-US" sz="14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	                                                              </a:t>
            </a:r>
            <a:r>
              <a:rPr lang="en-US" sz="14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Page No: 1</a:t>
            </a:r>
            <a:endParaRPr lang="en-US" b="1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3"/>
          <p:cNvSpPr txBox="1">
            <a:spLocks noChangeArrowheads="1"/>
          </p:cNvSpPr>
          <p:nvPr/>
        </p:nvSpPr>
        <p:spPr bwMode="auto">
          <a:xfrm>
            <a:off x="457200" y="381000"/>
            <a:ext cx="822960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CONTENTS OUTLINE</a:t>
            </a:r>
            <a:endParaRPr lang="en-US" b="1" dirty="0">
              <a:latin typeface="Times New Roman" pitchFamily="18" charset="0"/>
            </a:endParaRPr>
          </a:p>
        </p:txBody>
      </p:sp>
      <p:sp>
        <p:nvSpPr>
          <p:cNvPr id="3075" name="Text Box 4"/>
          <p:cNvSpPr txBox="1">
            <a:spLocks noChangeArrowheads="1"/>
          </p:cNvSpPr>
          <p:nvPr/>
        </p:nvSpPr>
        <p:spPr bwMode="auto">
          <a:xfrm>
            <a:off x="381000" y="6353175"/>
            <a:ext cx="845820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12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>
                <a:solidFill>
                  <a:srgbClr val="FF0000"/>
                </a:solidFill>
              </a:rPr>
              <a:t>	</a:t>
            </a:r>
            <a:r>
              <a:rPr lang="en-US" sz="12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			                              	                   </a:t>
            </a:r>
            <a:endParaRPr lang="en-US" sz="1200" b="1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76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229600" cy="5029200"/>
          </a:xfrm>
        </p:spPr>
        <p:txBody>
          <a:bodyPr/>
          <a:lstStyle/>
          <a:p>
            <a:pPr algn="just">
              <a:buClr>
                <a:schemeClr val="tx1"/>
              </a:buClr>
              <a:buSzPct val="70000"/>
              <a:buFont typeface="Wingdings" pitchFamily="2" charset="2"/>
              <a:buChar char="Ø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Abstract </a:t>
            </a:r>
          </a:p>
          <a:p>
            <a:pPr algn="just">
              <a:buClr>
                <a:schemeClr val="tx1"/>
              </a:buClr>
              <a:buSzPct val="70000"/>
              <a:buFont typeface="Wingdings" pitchFamily="2" charset="2"/>
              <a:buChar char="Ø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Literature Review</a:t>
            </a:r>
          </a:p>
          <a:p>
            <a:pPr algn="just">
              <a:buClr>
                <a:schemeClr val="tx1"/>
              </a:buClr>
              <a:buSzPct val="70000"/>
              <a:buFont typeface="Wingdings" pitchFamily="2" charset="2"/>
              <a:buChar char="Ø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Module list</a:t>
            </a:r>
          </a:p>
          <a:p>
            <a:pPr algn="just">
              <a:buClr>
                <a:schemeClr val="tx1"/>
              </a:buClr>
              <a:buSzPct val="70000"/>
              <a:buFont typeface="Wingdings" pitchFamily="2" charset="2"/>
              <a:buChar char="Ø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Software and Hardware Requirements</a:t>
            </a:r>
          </a:p>
          <a:p>
            <a:pPr>
              <a:buClr>
                <a:schemeClr val="tx1"/>
              </a:buClr>
              <a:buSzPct val="70000"/>
              <a:buFontTx/>
              <a:buNone/>
            </a:pPr>
            <a:endParaRPr lang="en-US" sz="2400" b="1" dirty="0">
              <a:latin typeface="Arial Narrow" pitchFamily="34" charset="0"/>
            </a:endParaRPr>
          </a:p>
          <a:p>
            <a:pPr algn="just">
              <a:buClr>
                <a:schemeClr val="tx1"/>
              </a:buClr>
              <a:buSzPct val="70000"/>
              <a:buFontTx/>
              <a:buNone/>
            </a:pPr>
            <a:endParaRPr lang="en-US" sz="2400" b="1" dirty="0">
              <a:latin typeface="Arial Narrow" pitchFamily="34" charset="0"/>
            </a:endParaRPr>
          </a:p>
        </p:txBody>
      </p:sp>
      <p:pic>
        <p:nvPicPr>
          <p:cNvPr id="3077" name="Picture 8" descr="http://jkaviationandtechnologies.com/logos/mahendra-engineering-college.jpg"/>
          <p:cNvPicPr>
            <a:picLocks noChangeAspect="1" noChangeArrowheads="1"/>
          </p:cNvPicPr>
          <p:nvPr/>
        </p:nvPicPr>
        <p:blipFill>
          <a:blip r:embed="rId2" cstate="print">
            <a:lum contrast="20000"/>
          </a:blip>
          <a:srcRect/>
          <a:stretch>
            <a:fillRect/>
          </a:stretch>
        </p:blipFill>
        <p:spPr bwMode="auto">
          <a:xfrm>
            <a:off x="76200" y="76200"/>
            <a:ext cx="1076325" cy="1189038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</p:pic>
      <p:sp>
        <p:nvSpPr>
          <p:cNvPr id="3078" name="Text Box 6"/>
          <p:cNvSpPr txBox="1">
            <a:spLocks noChangeArrowheads="1"/>
          </p:cNvSpPr>
          <p:nvPr/>
        </p:nvSpPr>
        <p:spPr bwMode="auto">
          <a:xfrm>
            <a:off x="381000" y="6335713"/>
            <a:ext cx="84582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			                              </a:t>
            </a:r>
            <a:r>
              <a:rPr lang="en-US" sz="14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	                                                              </a:t>
            </a:r>
            <a:r>
              <a:rPr lang="en-US" sz="14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Page No: 2</a:t>
            </a:r>
            <a:endParaRPr lang="en-US" b="1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3"/>
          <p:cNvSpPr txBox="1">
            <a:spLocks noChangeArrowheads="1"/>
          </p:cNvSpPr>
          <p:nvPr/>
        </p:nvSpPr>
        <p:spPr bwMode="auto">
          <a:xfrm>
            <a:off x="381000" y="378619"/>
            <a:ext cx="822960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ABSTRACT</a:t>
            </a:r>
            <a:endParaRPr lang="en-US" b="1" dirty="0">
              <a:latin typeface="Times New Roman" pitchFamily="18" charset="0"/>
            </a:endParaRPr>
          </a:p>
        </p:txBody>
      </p:sp>
      <p:sp>
        <p:nvSpPr>
          <p:cNvPr id="3075" name="Text Box 4"/>
          <p:cNvSpPr txBox="1">
            <a:spLocks noChangeArrowheads="1"/>
          </p:cNvSpPr>
          <p:nvPr/>
        </p:nvSpPr>
        <p:spPr bwMode="auto">
          <a:xfrm>
            <a:off x="381000" y="6353175"/>
            <a:ext cx="845820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12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>
                <a:solidFill>
                  <a:srgbClr val="FF0000"/>
                </a:solidFill>
              </a:rPr>
              <a:t>	</a:t>
            </a:r>
            <a:r>
              <a:rPr lang="en-US" sz="12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			                              	                   </a:t>
            </a:r>
            <a:endParaRPr lang="en-US" sz="1200" b="1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76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609600" y="1351426"/>
            <a:ext cx="8305800" cy="5001748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The Rider Safety Enhancement System improves safety during group rides.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Riders can join together for a trip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Real-time co-rider tracking using GPS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Alerts when a rider goes out of range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Automatic accident detection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Emergency SOS with live location sharing.</a:t>
            </a:r>
          </a:p>
          <a:p>
            <a:pPr lvl="1" algn="just">
              <a:buClr>
                <a:schemeClr val="tx1"/>
              </a:buClr>
              <a:buSzPct val="70000"/>
              <a:buFont typeface="Courier New" pitchFamily="49" charset="0"/>
              <a:buChar char="o"/>
            </a:pPr>
            <a:endParaRPr lang="en-US" sz="2000" dirty="0"/>
          </a:p>
        </p:txBody>
      </p:sp>
      <p:pic>
        <p:nvPicPr>
          <p:cNvPr id="3077" name="Picture 8" descr="http://jkaviationandtechnologies.com/logos/mahendra-engineering-college.jpg"/>
          <p:cNvPicPr>
            <a:picLocks noChangeAspect="1" noChangeArrowheads="1"/>
          </p:cNvPicPr>
          <p:nvPr/>
        </p:nvPicPr>
        <p:blipFill>
          <a:blip r:embed="rId2" cstate="print">
            <a:lum contrast="20000"/>
          </a:blip>
          <a:srcRect/>
          <a:stretch>
            <a:fillRect/>
          </a:stretch>
        </p:blipFill>
        <p:spPr bwMode="auto">
          <a:xfrm>
            <a:off x="228600" y="162388"/>
            <a:ext cx="1076325" cy="1189038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</p:pic>
      <p:sp>
        <p:nvSpPr>
          <p:cNvPr id="3078" name="Text Box 6"/>
          <p:cNvSpPr txBox="1">
            <a:spLocks noChangeArrowheads="1"/>
          </p:cNvSpPr>
          <p:nvPr/>
        </p:nvSpPr>
        <p:spPr bwMode="auto">
          <a:xfrm>
            <a:off x="381000" y="6335713"/>
            <a:ext cx="84582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			                              </a:t>
            </a:r>
            <a:r>
              <a:rPr lang="en-US" sz="1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	                                                              </a:t>
            </a:r>
            <a:r>
              <a:rPr lang="en-US" sz="1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Page No: 2</a:t>
            </a:r>
            <a:endParaRPr lang="en-US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 LITERATURE REVIEW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371918"/>
            <a:ext cx="8229600" cy="5028882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Motorcycle accidents often result in delayed emergency response due to manual reporting systems.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Existing safety solutions include smart helmets, IoT devices, and vehicle-mounted tracking systems.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Many hardware-based systems increase cost and require additional installation and maintenance.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Research shows that smartphone sensors (accelerometer, gyroscope, GPS) can detect crash events effectively.</a:t>
            </a:r>
          </a:p>
          <a:p>
            <a:pPr marL="0" indent="0">
              <a:buNone/>
            </a:pPr>
            <a:endParaRPr lang="en-US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Our project proposes a cost-effective, software-only rider safety system with real-time tracking and emergency alerts</a:t>
            </a:r>
            <a:endParaRPr lang="en-IN" sz="2000" dirty="0"/>
          </a:p>
        </p:txBody>
      </p:sp>
      <p:pic>
        <p:nvPicPr>
          <p:cNvPr id="4" name="Picture 8" descr="http://jkaviationandtechnologies.com/logos/mahendra-engineering-college.jpg"/>
          <p:cNvPicPr>
            <a:picLocks noChangeAspect="1" noChangeArrowheads="1"/>
          </p:cNvPicPr>
          <p:nvPr/>
        </p:nvPicPr>
        <p:blipFill>
          <a:blip r:embed="rId2" cstate="print">
            <a:lum contrast="20000"/>
          </a:blip>
          <a:srcRect/>
          <a:stretch>
            <a:fillRect/>
          </a:stretch>
        </p:blipFill>
        <p:spPr bwMode="auto">
          <a:xfrm>
            <a:off x="381000" y="152400"/>
            <a:ext cx="1076325" cy="1189038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7391400" y="6248400"/>
            <a:ext cx="12490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Page No: 3</a:t>
            </a:r>
          </a:p>
        </p:txBody>
      </p:sp>
    </p:spTree>
    <p:extLst>
      <p:ext uri="{BB962C8B-B14F-4D97-AF65-F5344CB8AC3E}">
        <p14:creationId xmlns:p14="http://schemas.microsoft.com/office/powerpoint/2010/main" val="372888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MODULE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7638"/>
            <a:ext cx="8534400" cy="6202362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IN" sz="2000" b="1" dirty="0"/>
              <a:t> User Registration Module:</a:t>
            </a:r>
          </a:p>
          <a:p>
            <a:pPr marL="0" indent="0">
              <a:buNone/>
            </a:pPr>
            <a:r>
              <a:rPr lang="en-IN" sz="2000" dirty="0"/>
              <a:t>        	 Secure account creation with emergency contact storage.</a:t>
            </a:r>
          </a:p>
          <a:p>
            <a:pPr>
              <a:buFont typeface="Wingdings" pitchFamily="2" charset="2"/>
              <a:buChar char="Ø"/>
            </a:pPr>
            <a:r>
              <a:rPr lang="en-IN" sz="2000" b="1" dirty="0"/>
              <a:t>Trip Creation &amp; Group Joining Module:</a:t>
            </a:r>
          </a:p>
          <a:p>
            <a:pPr marL="0" indent="0">
              <a:buNone/>
            </a:pPr>
            <a:r>
              <a:rPr lang="en-IN" sz="2000" dirty="0"/>
              <a:t>      	Create and join monitored group rides.</a:t>
            </a:r>
          </a:p>
          <a:p>
            <a:pPr>
              <a:buFont typeface="Wingdings" pitchFamily="2" charset="2"/>
              <a:buChar char="Ø"/>
            </a:pPr>
            <a:r>
              <a:rPr lang="en-IN" sz="2000" b="1" dirty="0"/>
              <a:t>Real-Time GPS Tracking Module:</a:t>
            </a:r>
          </a:p>
          <a:p>
            <a:pPr marL="0" indent="0">
              <a:buNone/>
            </a:pPr>
            <a:r>
              <a:rPr lang="en-IN" sz="2000" dirty="0"/>
              <a:t>     	 Tracks and displays live rider location.</a:t>
            </a:r>
          </a:p>
          <a:p>
            <a:pPr>
              <a:buFont typeface="Wingdings" pitchFamily="2" charset="2"/>
              <a:buChar char="Ø"/>
            </a:pPr>
            <a:r>
              <a:rPr lang="en-IN" sz="2000" b="1" dirty="0"/>
              <a:t>Range Monitoring Module:</a:t>
            </a:r>
          </a:p>
          <a:p>
            <a:pPr marL="0" indent="0">
              <a:buNone/>
            </a:pPr>
            <a:r>
              <a:rPr lang="en-IN" sz="2000" dirty="0"/>
              <a:t>       	Alerts if rider exits safe zone boundary.</a:t>
            </a:r>
          </a:p>
          <a:p>
            <a:pPr>
              <a:buFont typeface="Wingdings" pitchFamily="2" charset="2"/>
              <a:buChar char="Ø"/>
            </a:pPr>
            <a:r>
              <a:rPr lang="en-IN" sz="2000" b="1" dirty="0"/>
              <a:t>Accident Detection Module:</a:t>
            </a:r>
          </a:p>
          <a:p>
            <a:pPr marL="0" indent="0">
              <a:buNone/>
            </a:pPr>
            <a:r>
              <a:rPr lang="en-IN" sz="2000" dirty="0"/>
              <a:t>      	 Detects crashes using smartphone sensors.</a:t>
            </a:r>
          </a:p>
          <a:p>
            <a:pPr>
              <a:buFont typeface="Wingdings" pitchFamily="2" charset="2"/>
              <a:buChar char="Ø"/>
            </a:pPr>
            <a:r>
              <a:rPr lang="en-IN" sz="2000" b="1" dirty="0"/>
              <a:t>Emergency SOS Module:</a:t>
            </a:r>
          </a:p>
          <a:p>
            <a:pPr marL="0" indent="0">
              <a:buNone/>
            </a:pPr>
            <a:r>
              <a:rPr lang="en-IN" sz="2000" dirty="0"/>
              <a:t>       	 Sends instant emergency alerts with live location.</a:t>
            </a:r>
          </a:p>
        </p:txBody>
      </p:sp>
      <p:pic>
        <p:nvPicPr>
          <p:cNvPr id="4" name="Picture 8" descr="http://jkaviationandtechnologies.com/logos/mahendra-engineering-college.jpg"/>
          <p:cNvPicPr>
            <a:picLocks noChangeAspect="1" noChangeArrowheads="1"/>
          </p:cNvPicPr>
          <p:nvPr/>
        </p:nvPicPr>
        <p:blipFill>
          <a:blip r:embed="rId2" cstate="print">
            <a:lum contrast="20000"/>
          </a:blip>
          <a:srcRect/>
          <a:stretch>
            <a:fillRect/>
          </a:stretch>
        </p:blipFill>
        <p:spPr bwMode="auto">
          <a:xfrm>
            <a:off x="381000" y="152400"/>
            <a:ext cx="1076325" cy="1189038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7315200" y="6248400"/>
            <a:ext cx="12490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Page No: 4</a:t>
            </a:r>
          </a:p>
        </p:txBody>
      </p:sp>
    </p:spTree>
    <p:extLst>
      <p:ext uri="{BB962C8B-B14F-4D97-AF65-F5344CB8AC3E}">
        <p14:creationId xmlns:p14="http://schemas.microsoft.com/office/powerpoint/2010/main" val="292150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868" y="122238"/>
            <a:ext cx="8610600" cy="944562"/>
          </a:xfrm>
        </p:spPr>
        <p:txBody>
          <a:bodyPr/>
          <a:lstStyle/>
          <a:p>
            <a:r>
              <a:rPr lang="en-US" sz="4000" b="1" dirty="0"/>
              <a:t>SOFTWARE REQUIREMENTS</a:t>
            </a:r>
            <a:endParaRPr lang="en-IN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447800"/>
            <a:ext cx="8229600" cy="48466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000" dirty="0"/>
              <a:t>Operating System: Windows, Android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/>
              <a:t>Language: Dart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/>
              <a:t>Frontend Framework: Flutter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/>
              <a:t>Backend Framework: Firebase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/>
              <a:t>Database: Firebase </a:t>
            </a:r>
            <a:r>
              <a:rPr lang="en-IN" sz="2000" dirty="0" err="1"/>
              <a:t>Firestore</a:t>
            </a:r>
            <a:endParaRPr lang="en-IN" sz="2000" dirty="0"/>
          </a:p>
          <a:p>
            <a:pPr>
              <a:buFont typeface="Wingdings" panose="05000000000000000000" pitchFamily="2" charset="2"/>
              <a:buChar char="Ø"/>
            </a:pPr>
            <a:endParaRPr lang="en-IN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/>
              <a:t>Tools: Android studio, VS Code, Firebase console, Web Browser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 err="1"/>
              <a:t>Libraries:Google</a:t>
            </a:r>
            <a:r>
              <a:rPr lang="en-IN" sz="2000" dirty="0"/>
              <a:t> maps flutter, geolocator, firebase auth.</a:t>
            </a:r>
          </a:p>
        </p:txBody>
      </p:sp>
      <p:pic>
        <p:nvPicPr>
          <p:cNvPr id="4" name="Picture 8" descr="http://jkaviationandtechnologies.com/logos/mahendra-engineering-college.jpg"/>
          <p:cNvPicPr>
            <a:picLocks noChangeAspect="1" noChangeArrowheads="1"/>
          </p:cNvPicPr>
          <p:nvPr/>
        </p:nvPicPr>
        <p:blipFill>
          <a:blip r:embed="rId2" cstate="print">
            <a:lum contrast="20000"/>
          </a:blip>
          <a:srcRect/>
          <a:stretch>
            <a:fillRect/>
          </a:stretch>
        </p:blipFill>
        <p:spPr bwMode="auto">
          <a:xfrm>
            <a:off x="82287" y="0"/>
            <a:ext cx="1076325" cy="1189038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7391400" y="6172200"/>
            <a:ext cx="12490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Page No: 5</a:t>
            </a:r>
          </a:p>
        </p:txBody>
      </p:sp>
    </p:spTree>
    <p:extLst>
      <p:ext uri="{BB962C8B-B14F-4D97-AF65-F5344CB8AC3E}">
        <p14:creationId xmlns:p14="http://schemas.microsoft.com/office/powerpoint/2010/main" val="2659450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558" y="215003"/>
            <a:ext cx="8229600" cy="1143000"/>
          </a:xfrm>
        </p:spPr>
        <p:txBody>
          <a:bodyPr/>
          <a:lstStyle/>
          <a:p>
            <a:r>
              <a:rPr lang="en-IN" sz="4000" b="1" dirty="0"/>
              <a:t>HARDWARE REQUIREMENTS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31235"/>
            <a:ext cx="8229600" cy="5350565"/>
          </a:xfrm>
        </p:spPr>
        <p:txBody>
          <a:bodyPr/>
          <a:lstStyle/>
          <a:p>
            <a:endParaRPr lang="en-US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 Processor: Intel i3 or higher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 RAM: Minimum 4 GB (8 GB Recommended)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 Storage: 20 GB Free Disk Space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 Smartphone: Android device with  </a:t>
            </a:r>
          </a:p>
          <a:p>
            <a:pPr marL="0" indent="0">
              <a:buNone/>
            </a:pPr>
            <a:r>
              <a:rPr lang="en-US" sz="2000" dirty="0"/>
              <a:t>          • GPS</a:t>
            </a:r>
          </a:p>
          <a:p>
            <a:pPr marL="0" indent="0">
              <a:buNone/>
            </a:pPr>
            <a:r>
              <a:rPr lang="en-US" sz="2000" dirty="0"/>
              <a:t>          • Accelerometer</a:t>
            </a:r>
          </a:p>
          <a:p>
            <a:pPr marL="0" indent="0">
              <a:buNone/>
            </a:pPr>
            <a:r>
              <a:rPr lang="en-US" sz="2000" dirty="0"/>
              <a:t>          • Gyroscope  </a:t>
            </a:r>
          </a:p>
          <a:p>
            <a:pPr marL="0" indent="0">
              <a:buNone/>
            </a:pPr>
            <a:r>
              <a:rPr lang="en-US" sz="2000" dirty="0"/>
              <a:t>          • Internet Connectivity</a:t>
            </a:r>
          </a:p>
          <a:p>
            <a:pPr marL="0" indent="0">
              <a:buNone/>
            </a:pPr>
            <a:endParaRPr lang="en-US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 Internet Connection: Required for real-time tracking and alerts</a:t>
            </a:r>
          </a:p>
        </p:txBody>
      </p:sp>
      <p:pic>
        <p:nvPicPr>
          <p:cNvPr id="4" name="Picture 8" descr="http://jkaviationandtechnologies.com/logos/mahendra-engineering-college.jpg"/>
          <p:cNvPicPr>
            <a:picLocks noChangeAspect="1" noChangeArrowheads="1"/>
          </p:cNvPicPr>
          <p:nvPr/>
        </p:nvPicPr>
        <p:blipFill>
          <a:blip r:embed="rId2" cstate="print">
            <a:lum contrast="20000"/>
          </a:blip>
          <a:srcRect/>
          <a:stretch>
            <a:fillRect/>
          </a:stretch>
        </p:blipFill>
        <p:spPr bwMode="auto">
          <a:xfrm>
            <a:off x="152400" y="228600"/>
            <a:ext cx="1076325" cy="1189038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7391400" y="6096000"/>
            <a:ext cx="12490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Page No: 6</a:t>
            </a:r>
          </a:p>
        </p:txBody>
      </p:sp>
    </p:spTree>
    <p:extLst>
      <p:ext uri="{BB962C8B-B14F-4D97-AF65-F5344CB8AC3E}">
        <p14:creationId xmlns:p14="http://schemas.microsoft.com/office/powerpoint/2010/main" val="27916166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096000"/>
          </a:xfrm>
        </p:spPr>
        <p:txBody>
          <a:bodyPr/>
          <a:lstStyle/>
          <a:p>
            <a:pPr algn="ctr">
              <a:buFontTx/>
              <a:buNone/>
            </a:pPr>
            <a:endParaRPr lang="en-US" b="1" dirty="0"/>
          </a:p>
          <a:p>
            <a:pPr algn="ctr">
              <a:buFontTx/>
              <a:buNone/>
            </a:pPr>
            <a:endParaRPr lang="en-US" b="1" dirty="0"/>
          </a:p>
          <a:p>
            <a:pPr algn="ctr">
              <a:buFontTx/>
              <a:buNone/>
            </a:pPr>
            <a:endParaRPr lang="en-US" b="1" dirty="0"/>
          </a:p>
          <a:p>
            <a:pPr algn="ctr">
              <a:buFontTx/>
              <a:buNone/>
            </a:pPr>
            <a:endParaRPr lang="en-US" b="1" dirty="0"/>
          </a:p>
          <a:p>
            <a:pPr algn="ctr">
              <a:buFontTx/>
              <a:buNone/>
            </a:pPr>
            <a:r>
              <a:rPr lang="en-US" b="1" dirty="0"/>
              <a:t>THANK YOU!</a:t>
            </a:r>
          </a:p>
          <a:p>
            <a:pPr algn="ctr">
              <a:buFontTx/>
              <a:buNone/>
            </a:pPr>
            <a:endParaRPr lang="en-US" dirty="0"/>
          </a:p>
          <a:p>
            <a:pPr algn="ctr">
              <a:buFontTx/>
              <a:buNone/>
            </a:pPr>
            <a:r>
              <a:rPr lang="en-US" dirty="0"/>
              <a:t>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1656</TotalTime>
  <Words>466</Words>
  <Application>Microsoft Office PowerPoint</Application>
  <PresentationFormat>On-screen Show (4:3)</PresentationFormat>
  <Paragraphs>101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Arial Narrow</vt:lpstr>
      <vt:lpstr>Courier New</vt:lpstr>
      <vt:lpstr>Times New Roman</vt:lpstr>
      <vt:lpstr>Wingdings</vt:lpstr>
      <vt:lpstr>Default Design</vt:lpstr>
      <vt:lpstr>MAHENDRA ENGINEERING COLLEGE DEPARTMENT OF CYBER SECURITY</vt:lpstr>
      <vt:lpstr>PowerPoint Presentation</vt:lpstr>
      <vt:lpstr>PowerPoint Presentation</vt:lpstr>
      <vt:lpstr> LITERATURE REVIEW</vt:lpstr>
      <vt:lpstr>MODULE LIST</vt:lpstr>
      <vt:lpstr>SOFTWARE REQUIREMENTS</vt:lpstr>
      <vt:lpstr>HARDWARE REQUIREMENTS</vt:lpstr>
      <vt:lpstr>PowerPoint Presentation</vt:lpstr>
    </vt:vector>
  </TitlesOfParts>
  <Company>karpagam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lokeshwaran k</cp:lastModifiedBy>
  <cp:revision>215</cp:revision>
  <dcterms:created xsi:type="dcterms:W3CDTF">2005-12-31T23:41:04Z</dcterms:created>
  <dcterms:modified xsi:type="dcterms:W3CDTF">2026-02-11T06:20:43Z</dcterms:modified>
</cp:coreProperties>
</file>